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81" r:id="rId3"/>
    <p:sldId id="282" r:id="rId4"/>
    <p:sldId id="286" r:id="rId5"/>
    <p:sldId id="287" r:id="rId6"/>
    <p:sldId id="288" r:id="rId7"/>
    <p:sldId id="284" r:id="rId8"/>
    <p:sldId id="285" r:id="rId9"/>
    <p:sldId id="291" r:id="rId10"/>
    <p:sldId id="280" r:id="rId1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94"/>
    <p:restoredTop sz="94658"/>
  </p:normalViewPr>
  <p:slideViewPr>
    <p:cSldViewPr snapToGrid="0">
      <p:cViewPr varScale="1">
        <p:scale>
          <a:sx n="97" d="100"/>
          <a:sy n="97" d="100"/>
        </p:scale>
        <p:origin x="120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11.12.2025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8"/>
            <a:ext cx="10345109" cy="28735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Building AI-Powered .NET Apps with ABP &amp; Microsoft Agent Framework</a:t>
            </a:r>
            <a:br>
              <a:rPr lang="tr-TR" sz="4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</a:br>
            <a:endParaRPr lang="tr-TR" sz="4500" b="1" dirty="0">
              <a:solidFill>
                <a:schemeClr val="tx1">
                  <a:lumMod val="95000"/>
                  <a:lumOff val="5000"/>
                </a:schemeClr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Resim 18" descr="kalıp, desen, düzen, grafik, grafik tasarım, tasarım içeren bir resim&#10;&#10;Açıklama otomatik olarak oluşturuldu">
            <a:extLst>
              <a:ext uri="{FF2B5EF4-FFF2-40B4-BE49-F238E27FC236}">
                <a16:creationId xmlns:a16="http://schemas.microsoft.com/office/drawing/2014/main" id="{BAA39AE7-D742-BC06-6EE1-563EED2DE7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8182" y="3573458"/>
            <a:ext cx="2519817" cy="25333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1C1067-6FF4-05E9-BBF6-DC52A33EF387}"/>
              </a:ext>
            </a:extLst>
          </p:cNvPr>
          <p:cNvSpPr txBox="1"/>
          <p:nvPr/>
        </p:nvSpPr>
        <p:spPr>
          <a:xfrm>
            <a:off x="5176615" y="901260"/>
            <a:ext cx="6097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ABP Community Talks 2025.10</a:t>
            </a:r>
          </a:p>
        </p:txBody>
      </p:sp>
    </p:spTree>
    <p:extLst>
      <p:ext uri="{BB962C8B-B14F-4D97-AF65-F5344CB8AC3E}">
        <p14:creationId xmlns:p14="http://schemas.microsoft.com/office/powerpoint/2010/main" val="427968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12D6D-787E-4435-ED64-DF250F120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D21995A-ED9C-DD2B-6D94-9F4801CB062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AI Libraries/Frameworks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9F5CE85-D2F9-F7D0-CD38-F049268A93EE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Microsoft.Extensions.AI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Semantic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AutoGen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6934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FA8F63-4AAD-DC81-9F10-32C92ED8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A76EF97-AF0E-03DE-9294-DFF8A42D401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Microsoft.Extensions.AI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Foundation Layer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307956F6-5539-0FCF-8B6F-56F5F3451D8A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and fundamental implementations 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models, prompts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, chat and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embeddings</a:t>
            </a:r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Dependency Injection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Simple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middleware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system for extensibility</a:t>
            </a:r>
          </a:p>
          <a:p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Other libraries use this as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the base</a:t>
            </a:r>
            <a:endParaRPr lang="en-US" sz="32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60809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B42E2-1C36-2F1B-A83B-141682DC6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BE88963-9B4E-8B03-6941-08C03278C32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Semantic Kernel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Application Framework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79925425-C3E6-BAAC-8159-5D1C664B083E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Function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orchestration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Connectors/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plugins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external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Memory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 (vector stores, retrieval)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Planners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task execution,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High-level patterns like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RAG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agent ↔ tool interactions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agent orchestration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/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workflows</a:t>
            </a:r>
          </a:p>
        </p:txBody>
      </p:sp>
    </p:spTree>
    <p:extLst>
      <p:ext uri="{BB962C8B-B14F-4D97-AF65-F5344CB8AC3E}">
        <p14:creationId xmlns:p14="http://schemas.microsoft.com/office/powerpoint/2010/main" val="171136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94FAEE-C6A9-9070-7A0D-5B1DC9141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C8EB9C7-17F9-0824-86BE-66E663E0D4AA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AutoGen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2800" dirty="0">
                <a:latin typeface="Lexend" pitchFamily="2" charset="-94"/>
              </a:rPr>
              <a:t>Multi-Agent Coordination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4C787698-F2AE-CBB7-F67F-C4C06F4018B0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classes (chat agent, tool agent, etc)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Conversation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orchestration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Patterns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like round-robin, group chats, delegation, function calling, and human-in-the-loop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October 2025, it enters to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maintanence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phase – </a:t>
            </a:r>
            <a:r>
              <a:rPr lang="tr-TR" sz="3200" i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Agent Framework is recommended now</a:t>
            </a:r>
            <a:endParaRPr lang="en-US" sz="3200" i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0425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B4CD0-5EA5-28D2-D10B-9720D31E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C30179FF-FA4F-B138-DA33-9F8AB6C4481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Agent Framework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</a:t>
            </a:r>
            <a:r>
              <a:rPr lang="tr-TR" sz="2800" dirty="0">
                <a:latin typeface="Lexend" pitchFamily="2" charset="-94"/>
              </a:rPr>
              <a:t>Future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66D27697-6F9F-BC61-ACF6-7F172BA2B032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Microsoft.Extensions.AI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the underlying model interface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Gets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the best practices from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Semantic Kernel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orchestration and </a:t>
            </a:r>
            <a:r>
              <a:rPr lang="en-US" sz="3200" b="1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AutoGen</a:t>
            </a:r>
            <a:r>
              <a:rPr lang="en-US" sz="3200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’s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conversational agents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418848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CD8BAF-E4ED-9DF8-30AC-56377C7F8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E8087A7-295F-3F05-10F3-AD19FF349C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Relations of MS AI Libraries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98C77BB-6701-8BEA-25EE-131160E3F9DD}"/>
              </a:ext>
            </a:extLst>
          </p:cNvPr>
          <p:cNvSpPr/>
          <p:nvPr/>
        </p:nvSpPr>
        <p:spPr>
          <a:xfrm>
            <a:off x="4378295" y="5264210"/>
            <a:ext cx="3435409" cy="70876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Microsoft.Extensions.AI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46F077-86C7-1D6D-7EAA-8C20030873C3}"/>
              </a:ext>
            </a:extLst>
          </p:cNvPr>
          <p:cNvSpPr/>
          <p:nvPr/>
        </p:nvSpPr>
        <p:spPr>
          <a:xfrm>
            <a:off x="1882924" y="3227972"/>
            <a:ext cx="3435409" cy="7087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Semantic Kernel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080EDB-8F97-B3A9-3553-C4561BAE3506}"/>
              </a:ext>
            </a:extLst>
          </p:cNvPr>
          <p:cNvSpPr/>
          <p:nvPr/>
        </p:nvSpPr>
        <p:spPr>
          <a:xfrm>
            <a:off x="6856579" y="3227972"/>
            <a:ext cx="3435409" cy="708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AutoGen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500DEF-E9E0-459A-5D15-32D18775C552}"/>
              </a:ext>
            </a:extLst>
          </p:cNvPr>
          <p:cNvSpPr/>
          <p:nvPr/>
        </p:nvSpPr>
        <p:spPr>
          <a:xfrm>
            <a:off x="4378294" y="1191735"/>
            <a:ext cx="3435409" cy="7087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Agent Framework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705E71-8078-86C6-9D78-934D08A2A471}"/>
              </a:ext>
            </a:extLst>
          </p:cNvPr>
          <p:cNvCxnSpPr/>
          <p:nvPr/>
        </p:nvCxnSpPr>
        <p:spPr>
          <a:xfrm>
            <a:off x="4802736" y="3936735"/>
            <a:ext cx="0" cy="1327475"/>
          </a:xfrm>
          <a:prstGeom prst="straightConnector1">
            <a:avLst/>
          </a:prstGeom>
          <a:ln w="508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2D7300-81DE-7370-A0FC-993BB681C33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96000" y="1900497"/>
            <a:ext cx="0" cy="336371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3156BF-769E-4ADC-F894-88A58B58FC2B}"/>
              </a:ext>
            </a:extLst>
          </p:cNvPr>
          <p:cNvCxnSpPr>
            <a:cxnSpLocks/>
          </p:cNvCxnSpPr>
          <p:nvPr/>
        </p:nvCxnSpPr>
        <p:spPr>
          <a:xfrm flipV="1">
            <a:off x="4802736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25DB63-CFCA-3B72-33DD-E6F617D4163E}"/>
              </a:ext>
            </a:extLst>
          </p:cNvPr>
          <p:cNvCxnSpPr>
            <a:cxnSpLocks/>
          </p:cNvCxnSpPr>
          <p:nvPr/>
        </p:nvCxnSpPr>
        <p:spPr>
          <a:xfrm flipV="1">
            <a:off x="7288138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257DCD-E9F1-BBED-5280-791580161EAD}"/>
              </a:ext>
            </a:extLst>
          </p:cNvPr>
          <p:cNvSpPr txBox="1"/>
          <p:nvPr/>
        </p:nvSpPr>
        <p:spPr>
          <a:xfrm>
            <a:off x="3418318" y="4263497"/>
            <a:ext cx="1384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tr-TR" dirty="0"/>
              <a:t>Partially</a:t>
            </a:r>
          </a:p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8FA7F6-21FA-3D7A-A48D-F257A006E4E2}"/>
              </a:ext>
            </a:extLst>
          </p:cNvPr>
          <p:cNvSpPr txBox="1"/>
          <p:nvPr/>
        </p:nvSpPr>
        <p:spPr>
          <a:xfrm>
            <a:off x="6075831" y="4401996"/>
            <a:ext cx="138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9A291E-5DF5-62AB-E83A-543698BAFA53}"/>
              </a:ext>
            </a:extLst>
          </p:cNvPr>
          <p:cNvSpPr txBox="1"/>
          <p:nvPr/>
        </p:nvSpPr>
        <p:spPr>
          <a:xfrm>
            <a:off x="7288138" y="2379569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54A23-CD8E-6604-5757-1B5B4F74F710}"/>
              </a:ext>
            </a:extLst>
          </p:cNvPr>
          <p:cNvSpPr txBox="1"/>
          <p:nvPr/>
        </p:nvSpPr>
        <p:spPr>
          <a:xfrm>
            <a:off x="3698378" y="2379568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39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DBDA3-9313-3A1C-E37E-AE140BFC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8C0D93-3CF9-5802-ACB2-EF33FCA73B0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AI for ABP Developers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E3A01149-6D50-AD5A-0825-DFFBB9390E67}"/>
              </a:ext>
            </a:extLst>
          </p:cNvPr>
          <p:cNvSpPr txBox="1"/>
          <p:nvPr/>
        </p:nvSpPr>
        <p:spPr>
          <a:xfrm>
            <a:off x="455846" y="1250909"/>
            <a:ext cx="11239964" cy="519943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en-US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Everything you can build with .NET is easier with the ABP Framework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– You can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any AI Framework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in your ABP applications</a:t>
            </a:r>
          </a:p>
          <a:p>
            <a:endParaRPr lang="tr-TR" sz="28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new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Volo.Abp.AI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NuGet Package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Workspaces: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Manage multiple AI configuration in a single application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Modularity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: Configure and use AI in a modular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AI Management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Centralize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and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visualize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how to managet and test AI configuration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Provide a AI usage model for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distributed systems</a:t>
            </a:r>
            <a:endParaRPr lang="tr-TR" sz="28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68424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C4AA6-9A7A-D9E5-5383-459CD17F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CEEADF5-D160-7812-350C-75703161FF9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TODO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82FA96C3-F475-3CDF-F28D-E0DC430A1B0D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TODO</a:t>
            </a:r>
            <a:endParaRPr lang="en-US" sz="28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434671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Agenda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Overall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Microsoft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’s</a:t>
            </a:r>
            <a:r>
              <a:rPr lang="en-US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en-US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libraries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/frameworks</a:t>
            </a:r>
            <a:endParaRPr lang="tr-TR" sz="28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for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ABP 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Developers</a:t>
            </a:r>
            <a:endParaRPr lang="en-US" sz="28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The Microsoft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 Framework </a:t>
            </a:r>
            <a:r>
              <a:rPr lang="tr-TR" sz="2800" i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by Engin Veske</a:t>
            </a:r>
            <a:endParaRPr lang="en-US" sz="2800" i="1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ABP </a:t>
            </a: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AI Management Module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tr-TR" sz="2800" i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by Enis Necipoğlu</a:t>
            </a:r>
            <a:endParaRPr lang="en-US" sz="2800" i="1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QA </a:t>
            </a:r>
            <a:r>
              <a:rPr lang="tr-TR" sz="28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– ask your questions!</a:t>
            </a:r>
            <a:endParaRPr lang="en-US" sz="2800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70698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328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Lexend</vt:lpstr>
      <vt:lpstr>Poppins</vt:lpstr>
      <vt:lpstr>Poppins SemiBold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78</cp:revision>
  <dcterms:created xsi:type="dcterms:W3CDTF">2024-10-07T11:11:00Z</dcterms:created>
  <dcterms:modified xsi:type="dcterms:W3CDTF">2025-12-11T11:18:35Z</dcterms:modified>
</cp:coreProperties>
</file>